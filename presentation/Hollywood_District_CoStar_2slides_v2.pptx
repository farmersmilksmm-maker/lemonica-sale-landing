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emonica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26251B"/>
                </a:solidFill>
                <a:latin typeface="Georgia"/>
              </a:rPr>
              <a:t>Район растёт: </a:t>
            </a:r>
            <a:r>
              <a:rPr sz="3800" b="1" i="0">
                <a:solidFill>
                  <a:srgbClr val="8C6A0A"/>
                </a:solidFill>
                <a:latin typeface="Georgia"/>
              </a:rPr>
              <a:t>+90 000 жителей за 5 лет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Радиус 10 миль от ресторана — прогноз CoStar, 2025–2030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893457"/>
            <a:ext cx="1325880" cy="1907142"/>
          </a:xfrm>
          <a:prstGeom prst="rect">
            <a:avLst/>
          </a:prstGeom>
          <a:solidFill>
            <a:srgbClr val="CB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91121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6E6A5C"/>
                </a:solidFill>
                <a:latin typeface="Georgia"/>
              </a:rPr>
              <a:t>1,21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750091"/>
            <a:ext cx="1325880" cy="2050508"/>
          </a:xfrm>
          <a:prstGeom prst="rect">
            <a:avLst/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47755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C6A0A"/>
                </a:solidFill>
                <a:latin typeface="Georgia"/>
              </a:rPr>
              <a:t>1,30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2030 (прогноз)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95543"/>
            <a:ext cx="6583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6A5C"/>
                </a:solidFill>
                <a:latin typeface="Arial"/>
              </a:rPr>
              <a:t>Контекст: перепись 2020 — город Голливуд 153 067 жителей; CoStar даёт оценки 2025/2030 для радиусных колец.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824727"/>
            <a:ext cx="5120640" cy="475488"/>
          </a:xfrm>
          <a:prstGeom prst="roundRect">
            <a:avLst>
              <a:gd name="adj" fmla="val 50000"/>
            </a:avLst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9787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2E04"/>
                </a:solidFill>
                <a:latin typeface="Arial"/>
              </a:rPr>
              <a:t>+7,5% за 5 лет · +90 736 человек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$71 363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доход домохозяйств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медианный · 10 миль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4692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41 год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средний возраст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радиус 10 миль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$451 881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цена жилья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медианная · 10 миль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463 898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домохозяйств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+7,6% к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emonica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26251B"/>
                </a:solidFill>
                <a:latin typeface="Georgia"/>
              </a:rPr>
              <a:t>Город застраивается: </a:t>
            </a:r>
            <a:r>
              <a:rPr sz="3400" b="1" i="0">
                <a:solidFill>
                  <a:srgbClr val="8C6A0A"/>
                </a:solidFill>
                <a:latin typeface="Georgia"/>
              </a:rPr>
              <a:t>спрос опережает предложение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Субмаркет Hollywood / Dania Beach и рынок Fort Lauderdale — CoStar, Q3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868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построено за 12 месяцев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в субмаркете Hollywood / Dania Beach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624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строится прямо сейчас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+2,9% к жилому фонду района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+1,1%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рост аренды за год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2-й результат из 9 субмаркетов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6 345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в стройке по рынку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инвестиции $1,5 млрд за год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920 000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рабочих мест в рынке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поток гостей на ланч и ужин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311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— новый дом у Young Circle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50" b="0" i="0">
                <a:solidFill>
                  <a:srgbClr val="6E6A5C"/>
                </a:solidFill>
                <a:latin typeface="Arial"/>
              </a:rPr>
              <a:t>комплекс Radius, N Young Cir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